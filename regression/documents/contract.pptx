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合同条款第1节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本合同由以下双方于签订：</a:t>
            </a:r>
          </a:p>
          <a:p>
            <a:r>
              <a:t>甲方（以下简称甲方）与乙方（以下简称乙方）本着平等自愿的原则，就下列事项达成一致意见。</a:t>
            </a:r>
          </a:p>
          <a:p>
            <a:r>
              <a:t>第一条 合同标的：乙方按照本合同约定向甲方提供服务。</a:t>
            </a:r>
          </a:p>
          <a:p>
            <a:r>
              <a:t>第二条 服务内容：包括但不限于方案设计、实施部署与培训支持。</a:t>
            </a:r>
          </a:p>
          <a:p>
            <a:r>
              <a:t>第三条 合同金额：人民币壹拾万元整。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合同条款第2节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本合同由以下双方于签订：</a:t>
            </a:r>
          </a:p>
          <a:p>
            <a:r>
              <a:t>甲方（以下简称甲方）与乙方（以下简称乙方）本着平等自愿的原则，就下列事项达成一致意见。</a:t>
            </a:r>
          </a:p>
          <a:p>
            <a:r>
              <a:t>第一条 合同标的：乙方按照本合同约定向甲方提供服务。</a:t>
            </a:r>
          </a:p>
          <a:p>
            <a:r>
              <a:t>第二条 服务内容：包括但不限于方案设计、实施部署与培训支持。</a:t>
            </a:r>
          </a:p>
          <a:p>
            <a:r>
              <a:t>第三条 合同金额：人民币壹拾万元整。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合同条款第3节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本合同由以下双方于签订：</a:t>
            </a:r>
          </a:p>
          <a:p>
            <a:r>
              <a:t>甲方（以下简称甲方）与乙方（以下简称乙方）本着平等自愿的原则，就下列事项达成一致意见。</a:t>
            </a:r>
          </a:p>
          <a:p>
            <a:r>
              <a:t>第一条 合同标的：乙方按照本合同约定向甲方提供服务。</a:t>
            </a:r>
          </a:p>
          <a:p>
            <a:r>
              <a:t>第二条 服务内容：包括但不限于方案设计、实施部署与培训支持。</a:t>
            </a:r>
          </a:p>
          <a:p>
            <a:r>
              <a:t>第三条 合同金额：人民币壹拾万元整。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合同条款第4节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本合同由以下双方于签订：</a:t>
            </a:r>
          </a:p>
          <a:p>
            <a:r>
              <a:t>甲方（以下简称甲方）与乙方（以下简称乙方）本着平等自愿的原则，就下列事项达成一致意见。</a:t>
            </a:r>
          </a:p>
          <a:p>
            <a:r>
              <a:t>第一条 合同标的：乙方按照本合同约定向甲方提供服务。</a:t>
            </a:r>
          </a:p>
          <a:p>
            <a:r>
              <a:t>第二条 服务内容：包括但不限于方案设计、实施部署与培训支持。</a:t>
            </a:r>
          </a:p>
          <a:p>
            <a:r>
              <a:t>第三条 合同金额：人民币壹拾万元整。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